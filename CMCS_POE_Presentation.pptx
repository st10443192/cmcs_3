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4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5" autoAdjust="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71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9B25E4-76C2-47F2-8282-52D7F54449D7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E6076D4-85BD-4782-99B7-45FA0D471ABF}">
      <dgm:prSet/>
      <dgm:spPr/>
      <dgm:t>
        <a:bodyPr/>
        <a:lstStyle/>
        <a:p>
          <a:r>
            <a:rPr lang="en-US"/>
            <a:t>• Enhanced Contract Monthly Claim System</a:t>
          </a:r>
        </a:p>
      </dgm:t>
    </dgm:pt>
    <dgm:pt modelId="{4FF6A967-DFBF-4EFA-A339-456B4A504D5D}" type="parTrans" cxnId="{AE6CB5A2-2414-4B6F-AE75-6F339FC50015}">
      <dgm:prSet/>
      <dgm:spPr/>
      <dgm:t>
        <a:bodyPr/>
        <a:lstStyle/>
        <a:p>
          <a:endParaRPr lang="en-US"/>
        </a:p>
      </dgm:t>
    </dgm:pt>
    <dgm:pt modelId="{9C77E332-253F-4D5C-9F61-FA8898CA1986}" type="sibTrans" cxnId="{AE6CB5A2-2414-4B6F-AE75-6F339FC50015}">
      <dgm:prSet/>
      <dgm:spPr/>
      <dgm:t>
        <a:bodyPr/>
        <a:lstStyle/>
        <a:p>
          <a:endParaRPr lang="en-US"/>
        </a:p>
      </dgm:t>
    </dgm:pt>
    <dgm:pt modelId="{F705850E-ED63-4FF9-ACFE-1745364A3D32}">
      <dgm:prSet/>
      <dgm:spPr/>
      <dgm:t>
        <a:bodyPr/>
        <a:lstStyle/>
        <a:p>
          <a:r>
            <a:rPr lang="en-US"/>
            <a:t>• Automation for Lecturer, Coordinator/Manager, and HR</a:t>
          </a:r>
        </a:p>
      </dgm:t>
    </dgm:pt>
    <dgm:pt modelId="{A78EFFDF-297A-4C1F-AB32-BB209777E569}" type="parTrans" cxnId="{C89D8516-3E61-456E-91DE-352385F1FC38}">
      <dgm:prSet/>
      <dgm:spPr/>
      <dgm:t>
        <a:bodyPr/>
        <a:lstStyle/>
        <a:p>
          <a:endParaRPr lang="en-US"/>
        </a:p>
      </dgm:t>
    </dgm:pt>
    <dgm:pt modelId="{C3C95CC5-4D73-490E-9689-C8A380ECA154}" type="sibTrans" cxnId="{C89D8516-3E61-456E-91DE-352385F1FC38}">
      <dgm:prSet/>
      <dgm:spPr/>
      <dgm:t>
        <a:bodyPr/>
        <a:lstStyle/>
        <a:p>
          <a:endParaRPr lang="en-US"/>
        </a:p>
      </dgm:t>
    </dgm:pt>
    <dgm:pt modelId="{2FC152A8-5F4F-4B53-8836-78ED8AC83F3D}">
      <dgm:prSet/>
      <dgm:spPr/>
      <dgm:t>
        <a:bodyPr/>
        <a:lstStyle/>
        <a:p>
          <a:r>
            <a:rPr lang="en-US"/>
            <a:t>• Built with ASP.NET MVC / ASP.NET Core MVC</a:t>
          </a:r>
        </a:p>
      </dgm:t>
    </dgm:pt>
    <dgm:pt modelId="{20DBB91F-E1D5-4FC0-B6BF-F4D02D83F868}" type="parTrans" cxnId="{378DCAA3-405E-4A2D-98C4-EE58FA098593}">
      <dgm:prSet/>
      <dgm:spPr/>
      <dgm:t>
        <a:bodyPr/>
        <a:lstStyle/>
        <a:p>
          <a:endParaRPr lang="en-US"/>
        </a:p>
      </dgm:t>
    </dgm:pt>
    <dgm:pt modelId="{0CF395D9-6F2E-4F6F-ACBC-D8E6AC7050EE}" type="sibTrans" cxnId="{378DCAA3-405E-4A2D-98C4-EE58FA098593}">
      <dgm:prSet/>
      <dgm:spPr/>
      <dgm:t>
        <a:bodyPr/>
        <a:lstStyle/>
        <a:p>
          <a:endParaRPr lang="en-US"/>
        </a:p>
      </dgm:t>
    </dgm:pt>
    <dgm:pt modelId="{1AD1E741-A5BD-498C-B221-55F1AB267C8A}" type="pres">
      <dgm:prSet presAssocID="{609B25E4-76C2-47F2-8282-52D7F54449D7}" presName="outerComposite" presStyleCnt="0">
        <dgm:presLayoutVars>
          <dgm:chMax val="5"/>
          <dgm:dir/>
          <dgm:resizeHandles val="exact"/>
        </dgm:presLayoutVars>
      </dgm:prSet>
      <dgm:spPr/>
    </dgm:pt>
    <dgm:pt modelId="{17A74031-F813-4590-9628-1F02D3B3AF9F}" type="pres">
      <dgm:prSet presAssocID="{609B25E4-76C2-47F2-8282-52D7F54449D7}" presName="dummyMaxCanvas" presStyleCnt="0">
        <dgm:presLayoutVars/>
      </dgm:prSet>
      <dgm:spPr/>
    </dgm:pt>
    <dgm:pt modelId="{DA59A718-5D5F-4F7B-B8D6-8D790D11AF65}" type="pres">
      <dgm:prSet presAssocID="{609B25E4-76C2-47F2-8282-52D7F54449D7}" presName="ThreeNodes_1" presStyleLbl="node1" presStyleIdx="0" presStyleCnt="3">
        <dgm:presLayoutVars>
          <dgm:bulletEnabled val="1"/>
        </dgm:presLayoutVars>
      </dgm:prSet>
      <dgm:spPr/>
    </dgm:pt>
    <dgm:pt modelId="{CD5C7A4E-4292-4F5F-86F3-C93B11F8FE80}" type="pres">
      <dgm:prSet presAssocID="{609B25E4-76C2-47F2-8282-52D7F54449D7}" presName="ThreeNodes_2" presStyleLbl="node1" presStyleIdx="1" presStyleCnt="3">
        <dgm:presLayoutVars>
          <dgm:bulletEnabled val="1"/>
        </dgm:presLayoutVars>
      </dgm:prSet>
      <dgm:spPr/>
    </dgm:pt>
    <dgm:pt modelId="{0F9C0B8B-CC78-4951-8636-E7DF3B927DBE}" type="pres">
      <dgm:prSet presAssocID="{609B25E4-76C2-47F2-8282-52D7F54449D7}" presName="ThreeNodes_3" presStyleLbl="node1" presStyleIdx="2" presStyleCnt="3">
        <dgm:presLayoutVars>
          <dgm:bulletEnabled val="1"/>
        </dgm:presLayoutVars>
      </dgm:prSet>
      <dgm:spPr/>
    </dgm:pt>
    <dgm:pt modelId="{04270D00-90D8-47AF-B2FE-0F09D3F41468}" type="pres">
      <dgm:prSet presAssocID="{609B25E4-76C2-47F2-8282-52D7F54449D7}" presName="ThreeConn_1-2" presStyleLbl="fgAccFollowNode1" presStyleIdx="0" presStyleCnt="2">
        <dgm:presLayoutVars>
          <dgm:bulletEnabled val="1"/>
        </dgm:presLayoutVars>
      </dgm:prSet>
      <dgm:spPr/>
    </dgm:pt>
    <dgm:pt modelId="{16E869E0-C36C-4349-8A2C-EC007332466B}" type="pres">
      <dgm:prSet presAssocID="{609B25E4-76C2-47F2-8282-52D7F54449D7}" presName="ThreeConn_2-3" presStyleLbl="fgAccFollowNode1" presStyleIdx="1" presStyleCnt="2">
        <dgm:presLayoutVars>
          <dgm:bulletEnabled val="1"/>
        </dgm:presLayoutVars>
      </dgm:prSet>
      <dgm:spPr/>
    </dgm:pt>
    <dgm:pt modelId="{1CAF5644-7D7D-4337-A15D-914D99013EB4}" type="pres">
      <dgm:prSet presAssocID="{609B25E4-76C2-47F2-8282-52D7F54449D7}" presName="ThreeNodes_1_text" presStyleLbl="node1" presStyleIdx="2" presStyleCnt="3">
        <dgm:presLayoutVars>
          <dgm:bulletEnabled val="1"/>
        </dgm:presLayoutVars>
      </dgm:prSet>
      <dgm:spPr/>
    </dgm:pt>
    <dgm:pt modelId="{99D925CB-84A3-40DF-9122-B17130381B2A}" type="pres">
      <dgm:prSet presAssocID="{609B25E4-76C2-47F2-8282-52D7F54449D7}" presName="ThreeNodes_2_text" presStyleLbl="node1" presStyleIdx="2" presStyleCnt="3">
        <dgm:presLayoutVars>
          <dgm:bulletEnabled val="1"/>
        </dgm:presLayoutVars>
      </dgm:prSet>
      <dgm:spPr/>
    </dgm:pt>
    <dgm:pt modelId="{F1AE9CE4-4842-4574-B007-44A1BD4549C3}" type="pres">
      <dgm:prSet presAssocID="{609B25E4-76C2-47F2-8282-52D7F54449D7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2EEDF00C-32B7-4F18-8A0B-72ABE1BC4D1F}" type="presOf" srcId="{2FC152A8-5F4F-4B53-8836-78ED8AC83F3D}" destId="{0F9C0B8B-CC78-4951-8636-E7DF3B927DBE}" srcOrd="0" destOrd="0" presId="urn:microsoft.com/office/officeart/2005/8/layout/vProcess5"/>
    <dgm:cxn modelId="{FFE67A0D-1019-44AF-84A4-896A76F46628}" type="presOf" srcId="{9C77E332-253F-4D5C-9F61-FA8898CA1986}" destId="{04270D00-90D8-47AF-B2FE-0F09D3F41468}" srcOrd="0" destOrd="0" presId="urn:microsoft.com/office/officeart/2005/8/layout/vProcess5"/>
    <dgm:cxn modelId="{C89D8516-3E61-456E-91DE-352385F1FC38}" srcId="{609B25E4-76C2-47F2-8282-52D7F54449D7}" destId="{F705850E-ED63-4FF9-ACFE-1745364A3D32}" srcOrd="1" destOrd="0" parTransId="{A78EFFDF-297A-4C1F-AB32-BB209777E569}" sibTransId="{C3C95CC5-4D73-490E-9689-C8A380ECA154}"/>
    <dgm:cxn modelId="{7778CE39-5CC8-4C35-BC2F-8546F632816E}" type="presOf" srcId="{3E6076D4-85BD-4782-99B7-45FA0D471ABF}" destId="{DA59A718-5D5F-4F7B-B8D6-8D790D11AF65}" srcOrd="0" destOrd="0" presId="urn:microsoft.com/office/officeart/2005/8/layout/vProcess5"/>
    <dgm:cxn modelId="{3A018240-1DD6-4B70-9DBC-AE2865C5A6B5}" type="presOf" srcId="{F705850E-ED63-4FF9-ACFE-1745364A3D32}" destId="{CD5C7A4E-4292-4F5F-86F3-C93B11F8FE80}" srcOrd="0" destOrd="0" presId="urn:microsoft.com/office/officeart/2005/8/layout/vProcess5"/>
    <dgm:cxn modelId="{DDD76747-5C4D-4730-B49E-B4541D58F7BC}" type="presOf" srcId="{F705850E-ED63-4FF9-ACFE-1745364A3D32}" destId="{99D925CB-84A3-40DF-9122-B17130381B2A}" srcOrd="1" destOrd="0" presId="urn:microsoft.com/office/officeart/2005/8/layout/vProcess5"/>
    <dgm:cxn modelId="{446DCB8B-DD32-441E-B707-D2D93FFDA6E9}" type="presOf" srcId="{2FC152A8-5F4F-4B53-8836-78ED8AC83F3D}" destId="{F1AE9CE4-4842-4574-B007-44A1BD4549C3}" srcOrd="1" destOrd="0" presId="urn:microsoft.com/office/officeart/2005/8/layout/vProcess5"/>
    <dgm:cxn modelId="{9D416C97-A3C1-42E7-97FC-7FDA45DDB287}" type="presOf" srcId="{609B25E4-76C2-47F2-8282-52D7F54449D7}" destId="{1AD1E741-A5BD-498C-B221-55F1AB267C8A}" srcOrd="0" destOrd="0" presId="urn:microsoft.com/office/officeart/2005/8/layout/vProcess5"/>
    <dgm:cxn modelId="{106855A2-BE8E-4371-9C94-96D52D27E0FC}" type="presOf" srcId="{C3C95CC5-4D73-490E-9689-C8A380ECA154}" destId="{16E869E0-C36C-4349-8A2C-EC007332466B}" srcOrd="0" destOrd="0" presId="urn:microsoft.com/office/officeart/2005/8/layout/vProcess5"/>
    <dgm:cxn modelId="{AE6CB5A2-2414-4B6F-AE75-6F339FC50015}" srcId="{609B25E4-76C2-47F2-8282-52D7F54449D7}" destId="{3E6076D4-85BD-4782-99B7-45FA0D471ABF}" srcOrd="0" destOrd="0" parTransId="{4FF6A967-DFBF-4EFA-A339-456B4A504D5D}" sibTransId="{9C77E332-253F-4D5C-9F61-FA8898CA1986}"/>
    <dgm:cxn modelId="{378DCAA3-405E-4A2D-98C4-EE58FA098593}" srcId="{609B25E4-76C2-47F2-8282-52D7F54449D7}" destId="{2FC152A8-5F4F-4B53-8836-78ED8AC83F3D}" srcOrd="2" destOrd="0" parTransId="{20DBB91F-E1D5-4FC0-B6BF-F4D02D83F868}" sibTransId="{0CF395D9-6F2E-4F6F-ACBC-D8E6AC7050EE}"/>
    <dgm:cxn modelId="{3C8A3EBB-EC25-42E5-B124-90D6ED3A0C65}" type="presOf" srcId="{3E6076D4-85BD-4782-99B7-45FA0D471ABF}" destId="{1CAF5644-7D7D-4337-A15D-914D99013EB4}" srcOrd="1" destOrd="0" presId="urn:microsoft.com/office/officeart/2005/8/layout/vProcess5"/>
    <dgm:cxn modelId="{584AECC4-0C35-4775-8EE2-3FBE010232EE}" type="presParOf" srcId="{1AD1E741-A5BD-498C-B221-55F1AB267C8A}" destId="{17A74031-F813-4590-9628-1F02D3B3AF9F}" srcOrd="0" destOrd="0" presId="urn:microsoft.com/office/officeart/2005/8/layout/vProcess5"/>
    <dgm:cxn modelId="{251CE9FD-BA9C-4F48-8EDB-DF0D3926633A}" type="presParOf" srcId="{1AD1E741-A5BD-498C-B221-55F1AB267C8A}" destId="{DA59A718-5D5F-4F7B-B8D6-8D790D11AF65}" srcOrd="1" destOrd="0" presId="urn:microsoft.com/office/officeart/2005/8/layout/vProcess5"/>
    <dgm:cxn modelId="{4AB054AA-79EB-48C6-8789-A78B8A2CE405}" type="presParOf" srcId="{1AD1E741-A5BD-498C-B221-55F1AB267C8A}" destId="{CD5C7A4E-4292-4F5F-86F3-C93B11F8FE80}" srcOrd="2" destOrd="0" presId="urn:microsoft.com/office/officeart/2005/8/layout/vProcess5"/>
    <dgm:cxn modelId="{AD7A44DF-B274-4E5E-9DD7-6CBE0012EEC7}" type="presParOf" srcId="{1AD1E741-A5BD-498C-B221-55F1AB267C8A}" destId="{0F9C0B8B-CC78-4951-8636-E7DF3B927DBE}" srcOrd="3" destOrd="0" presId="urn:microsoft.com/office/officeart/2005/8/layout/vProcess5"/>
    <dgm:cxn modelId="{F6F334A1-2CCA-4956-A4F5-C737FE153CC2}" type="presParOf" srcId="{1AD1E741-A5BD-498C-B221-55F1AB267C8A}" destId="{04270D00-90D8-47AF-B2FE-0F09D3F41468}" srcOrd="4" destOrd="0" presId="urn:microsoft.com/office/officeart/2005/8/layout/vProcess5"/>
    <dgm:cxn modelId="{D38F9E7E-20A0-42B1-8964-D855DBC266E2}" type="presParOf" srcId="{1AD1E741-A5BD-498C-B221-55F1AB267C8A}" destId="{16E869E0-C36C-4349-8A2C-EC007332466B}" srcOrd="5" destOrd="0" presId="urn:microsoft.com/office/officeart/2005/8/layout/vProcess5"/>
    <dgm:cxn modelId="{13B245C6-FC20-4DB5-A286-0772F6EE6AB3}" type="presParOf" srcId="{1AD1E741-A5BD-498C-B221-55F1AB267C8A}" destId="{1CAF5644-7D7D-4337-A15D-914D99013EB4}" srcOrd="6" destOrd="0" presId="urn:microsoft.com/office/officeart/2005/8/layout/vProcess5"/>
    <dgm:cxn modelId="{9B817F4D-F9D6-40DB-BE5C-51A782C738A5}" type="presParOf" srcId="{1AD1E741-A5BD-498C-B221-55F1AB267C8A}" destId="{99D925CB-84A3-40DF-9122-B17130381B2A}" srcOrd="7" destOrd="0" presId="urn:microsoft.com/office/officeart/2005/8/layout/vProcess5"/>
    <dgm:cxn modelId="{7A3E0336-9C24-4A83-849F-E56871FB4478}" type="presParOf" srcId="{1AD1E741-A5BD-498C-B221-55F1AB267C8A}" destId="{F1AE9CE4-4842-4574-B007-44A1BD4549C3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66F6313-5EA2-492E-8E61-8691FCF9EF9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0E993EA-E112-4C13-841A-9F8B0B8CCD8B}">
      <dgm:prSet/>
      <dgm:spPr/>
      <dgm:t>
        <a:bodyPr/>
        <a:lstStyle/>
        <a:p>
          <a:r>
            <a:rPr lang="en-US"/>
            <a:t>• Automated verification workflow</a:t>
          </a:r>
        </a:p>
      </dgm:t>
    </dgm:pt>
    <dgm:pt modelId="{D1A3C05C-E870-48EF-B2F6-6F162BFEA8F6}" type="parTrans" cxnId="{638DEB20-7756-43A7-95B3-E22D975B5E6F}">
      <dgm:prSet/>
      <dgm:spPr/>
      <dgm:t>
        <a:bodyPr/>
        <a:lstStyle/>
        <a:p>
          <a:endParaRPr lang="en-US"/>
        </a:p>
      </dgm:t>
    </dgm:pt>
    <dgm:pt modelId="{818688B1-9D08-4ECE-8C4B-D992CE3CD933}" type="sibTrans" cxnId="{638DEB20-7756-43A7-95B3-E22D975B5E6F}">
      <dgm:prSet/>
      <dgm:spPr/>
      <dgm:t>
        <a:bodyPr/>
        <a:lstStyle/>
        <a:p>
          <a:endParaRPr lang="en-US"/>
        </a:p>
      </dgm:t>
    </dgm:pt>
    <dgm:pt modelId="{329D24BD-6072-4F58-9F1E-AA32058A2A7A}">
      <dgm:prSet/>
      <dgm:spPr/>
      <dgm:t>
        <a:bodyPr/>
        <a:lstStyle/>
        <a:p>
          <a:r>
            <a:rPr lang="en-US"/>
            <a:t>• Validates hours, rates, policy compliance</a:t>
          </a:r>
        </a:p>
      </dgm:t>
    </dgm:pt>
    <dgm:pt modelId="{7395F681-B9EC-4B9D-9119-D5488FC6B299}" type="parTrans" cxnId="{726D7E9E-12C5-4FF9-80B0-325B46176501}">
      <dgm:prSet/>
      <dgm:spPr/>
      <dgm:t>
        <a:bodyPr/>
        <a:lstStyle/>
        <a:p>
          <a:endParaRPr lang="en-US"/>
        </a:p>
      </dgm:t>
    </dgm:pt>
    <dgm:pt modelId="{21F9AA3F-DFAE-497D-AE43-F24B116532E6}" type="sibTrans" cxnId="{726D7E9E-12C5-4FF9-80B0-325B46176501}">
      <dgm:prSet/>
      <dgm:spPr/>
      <dgm:t>
        <a:bodyPr/>
        <a:lstStyle/>
        <a:p>
          <a:endParaRPr lang="en-US"/>
        </a:p>
      </dgm:t>
    </dgm:pt>
    <dgm:pt modelId="{4C42D28F-EEFF-41C9-9DBA-6CD871BBACF2}">
      <dgm:prSet/>
      <dgm:spPr/>
      <dgm:t>
        <a:bodyPr/>
        <a:lstStyle/>
        <a:p>
          <a:r>
            <a:rPr lang="en-US"/>
            <a:t>• Approval system using ASP.NET Identity</a:t>
          </a:r>
        </a:p>
      </dgm:t>
    </dgm:pt>
    <dgm:pt modelId="{56F2B204-1152-4795-95E3-7F7E75B5DDD1}" type="parTrans" cxnId="{E7C5288D-E619-4A2D-B9FB-2843E5D99784}">
      <dgm:prSet/>
      <dgm:spPr/>
      <dgm:t>
        <a:bodyPr/>
        <a:lstStyle/>
        <a:p>
          <a:endParaRPr lang="en-US"/>
        </a:p>
      </dgm:t>
    </dgm:pt>
    <dgm:pt modelId="{A5AF3D1E-FE0C-4795-864D-E36858D83E41}" type="sibTrans" cxnId="{E7C5288D-E619-4A2D-B9FB-2843E5D99784}">
      <dgm:prSet/>
      <dgm:spPr/>
      <dgm:t>
        <a:bodyPr/>
        <a:lstStyle/>
        <a:p>
          <a:endParaRPr lang="en-US"/>
        </a:p>
      </dgm:t>
    </dgm:pt>
    <dgm:pt modelId="{E5F4F71D-EE72-401B-8426-071A30072844}">
      <dgm:prSet/>
      <dgm:spPr/>
      <dgm:t>
        <a:bodyPr/>
        <a:lstStyle/>
        <a:p>
          <a:r>
            <a:rPr lang="en-US"/>
            <a:t>• ASP.NET Web API for backend communication</a:t>
          </a:r>
        </a:p>
      </dgm:t>
    </dgm:pt>
    <dgm:pt modelId="{E2E4AD1B-7583-4042-8A91-7018D0E391F3}" type="parTrans" cxnId="{27DA8671-B804-4DC4-906A-C0C9EC2B5D82}">
      <dgm:prSet/>
      <dgm:spPr/>
      <dgm:t>
        <a:bodyPr/>
        <a:lstStyle/>
        <a:p>
          <a:endParaRPr lang="en-US"/>
        </a:p>
      </dgm:t>
    </dgm:pt>
    <dgm:pt modelId="{20BC8706-D5BB-4CB8-B11B-0FBCC1DD5510}" type="sibTrans" cxnId="{27DA8671-B804-4DC4-906A-C0C9EC2B5D82}">
      <dgm:prSet/>
      <dgm:spPr/>
      <dgm:t>
        <a:bodyPr/>
        <a:lstStyle/>
        <a:p>
          <a:endParaRPr lang="en-US"/>
        </a:p>
      </dgm:t>
    </dgm:pt>
    <dgm:pt modelId="{CB069C9C-A14C-4B91-B0D2-36F6C4D615D8}" type="pres">
      <dgm:prSet presAssocID="{A66F6313-5EA2-492E-8E61-8691FCF9EF9A}" presName="root" presStyleCnt="0">
        <dgm:presLayoutVars>
          <dgm:dir/>
          <dgm:resizeHandles val="exact"/>
        </dgm:presLayoutVars>
      </dgm:prSet>
      <dgm:spPr/>
    </dgm:pt>
    <dgm:pt modelId="{AA2A6B72-44A3-4DF6-95D0-541D6332C847}" type="pres">
      <dgm:prSet presAssocID="{80E993EA-E112-4C13-841A-9F8B0B8CCD8B}" presName="compNode" presStyleCnt="0"/>
      <dgm:spPr/>
    </dgm:pt>
    <dgm:pt modelId="{CC380B93-F070-4614-B9CA-8324DC8C1E0F}" type="pres">
      <dgm:prSet presAssocID="{80E993EA-E112-4C13-841A-9F8B0B8CCD8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D276029-C80A-40CD-B62A-2A164857697D}" type="pres">
      <dgm:prSet presAssocID="{80E993EA-E112-4C13-841A-9F8B0B8CCD8B}" presName="spaceRect" presStyleCnt="0"/>
      <dgm:spPr/>
    </dgm:pt>
    <dgm:pt modelId="{34ED8000-2F6A-45DF-9607-DB89D3619D75}" type="pres">
      <dgm:prSet presAssocID="{80E993EA-E112-4C13-841A-9F8B0B8CCD8B}" presName="textRect" presStyleLbl="revTx" presStyleIdx="0" presStyleCnt="4">
        <dgm:presLayoutVars>
          <dgm:chMax val="1"/>
          <dgm:chPref val="1"/>
        </dgm:presLayoutVars>
      </dgm:prSet>
      <dgm:spPr/>
    </dgm:pt>
    <dgm:pt modelId="{16FF12A3-1DB8-4000-9C12-279E7662D6A6}" type="pres">
      <dgm:prSet presAssocID="{818688B1-9D08-4ECE-8C4B-D992CE3CD933}" presName="sibTrans" presStyleCnt="0"/>
      <dgm:spPr/>
    </dgm:pt>
    <dgm:pt modelId="{90C646C3-9C2B-4CBE-BA67-DB87F5BBD652}" type="pres">
      <dgm:prSet presAssocID="{329D24BD-6072-4F58-9F1E-AA32058A2A7A}" presName="compNode" presStyleCnt="0"/>
      <dgm:spPr/>
    </dgm:pt>
    <dgm:pt modelId="{CBC590DE-56DB-49AB-BFAD-26582010039C}" type="pres">
      <dgm:prSet presAssocID="{329D24BD-6072-4F58-9F1E-AA32058A2A7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ED3D6455-306F-4A5A-BECB-214497FCB925}" type="pres">
      <dgm:prSet presAssocID="{329D24BD-6072-4F58-9F1E-AA32058A2A7A}" presName="spaceRect" presStyleCnt="0"/>
      <dgm:spPr/>
    </dgm:pt>
    <dgm:pt modelId="{0DD8D6F5-D523-484D-8553-398FEB3D7617}" type="pres">
      <dgm:prSet presAssocID="{329D24BD-6072-4F58-9F1E-AA32058A2A7A}" presName="textRect" presStyleLbl="revTx" presStyleIdx="1" presStyleCnt="4">
        <dgm:presLayoutVars>
          <dgm:chMax val="1"/>
          <dgm:chPref val="1"/>
        </dgm:presLayoutVars>
      </dgm:prSet>
      <dgm:spPr/>
    </dgm:pt>
    <dgm:pt modelId="{7FD1C0E9-C7C8-4857-ADAF-0D497B24C76E}" type="pres">
      <dgm:prSet presAssocID="{21F9AA3F-DFAE-497D-AE43-F24B116532E6}" presName="sibTrans" presStyleCnt="0"/>
      <dgm:spPr/>
    </dgm:pt>
    <dgm:pt modelId="{1F867BDF-1159-4B68-8A49-A0B5E4693CD6}" type="pres">
      <dgm:prSet presAssocID="{4C42D28F-EEFF-41C9-9DBA-6CD871BBACF2}" presName="compNode" presStyleCnt="0"/>
      <dgm:spPr/>
    </dgm:pt>
    <dgm:pt modelId="{69FC8975-6D1F-4C07-8F40-6C55AD0F9884}" type="pres">
      <dgm:prSet presAssocID="{4C42D28F-EEFF-41C9-9DBA-6CD871BBACF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CD0516C5-F750-4DE8-BF0A-858D42893836}" type="pres">
      <dgm:prSet presAssocID="{4C42D28F-EEFF-41C9-9DBA-6CD871BBACF2}" presName="spaceRect" presStyleCnt="0"/>
      <dgm:spPr/>
    </dgm:pt>
    <dgm:pt modelId="{04A31A68-D0E3-4C3B-9601-51B342591C2D}" type="pres">
      <dgm:prSet presAssocID="{4C42D28F-EEFF-41C9-9DBA-6CD871BBACF2}" presName="textRect" presStyleLbl="revTx" presStyleIdx="2" presStyleCnt="4">
        <dgm:presLayoutVars>
          <dgm:chMax val="1"/>
          <dgm:chPref val="1"/>
        </dgm:presLayoutVars>
      </dgm:prSet>
      <dgm:spPr/>
    </dgm:pt>
    <dgm:pt modelId="{B6E5C64A-1C5E-4254-86D6-1A4B2B6BFD56}" type="pres">
      <dgm:prSet presAssocID="{A5AF3D1E-FE0C-4795-864D-E36858D83E41}" presName="sibTrans" presStyleCnt="0"/>
      <dgm:spPr/>
    </dgm:pt>
    <dgm:pt modelId="{BDCCA1BC-CA0E-420F-96F0-3422DAC1CC68}" type="pres">
      <dgm:prSet presAssocID="{E5F4F71D-EE72-401B-8426-071A30072844}" presName="compNode" presStyleCnt="0"/>
      <dgm:spPr/>
    </dgm:pt>
    <dgm:pt modelId="{5839850C-49FE-4698-8523-A876173747E1}" type="pres">
      <dgm:prSet presAssocID="{E5F4F71D-EE72-401B-8426-071A3007284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2E1EBA4-AB16-4A5B-A534-D004C8FFF003}" type="pres">
      <dgm:prSet presAssocID="{E5F4F71D-EE72-401B-8426-071A30072844}" presName="spaceRect" presStyleCnt="0"/>
      <dgm:spPr/>
    </dgm:pt>
    <dgm:pt modelId="{630AE6FF-6DB3-4C83-9038-6AABD6A01241}" type="pres">
      <dgm:prSet presAssocID="{E5F4F71D-EE72-401B-8426-071A3007284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38DEB20-7756-43A7-95B3-E22D975B5E6F}" srcId="{A66F6313-5EA2-492E-8E61-8691FCF9EF9A}" destId="{80E993EA-E112-4C13-841A-9F8B0B8CCD8B}" srcOrd="0" destOrd="0" parTransId="{D1A3C05C-E870-48EF-B2F6-6F162BFEA8F6}" sibTransId="{818688B1-9D08-4ECE-8C4B-D992CE3CD933}"/>
    <dgm:cxn modelId="{1CC7C033-D05D-4931-B229-61BFBA7E0E6E}" type="presOf" srcId="{329D24BD-6072-4F58-9F1E-AA32058A2A7A}" destId="{0DD8D6F5-D523-484D-8553-398FEB3D7617}" srcOrd="0" destOrd="0" presId="urn:microsoft.com/office/officeart/2018/2/layout/IconLabelList"/>
    <dgm:cxn modelId="{0B5A9237-6D9C-45EF-B5CF-3F9AC64E1075}" type="presOf" srcId="{A66F6313-5EA2-492E-8E61-8691FCF9EF9A}" destId="{CB069C9C-A14C-4B91-B0D2-36F6C4D615D8}" srcOrd="0" destOrd="0" presId="urn:microsoft.com/office/officeart/2018/2/layout/IconLabelList"/>
    <dgm:cxn modelId="{27DA8671-B804-4DC4-906A-C0C9EC2B5D82}" srcId="{A66F6313-5EA2-492E-8E61-8691FCF9EF9A}" destId="{E5F4F71D-EE72-401B-8426-071A30072844}" srcOrd="3" destOrd="0" parTransId="{E2E4AD1B-7583-4042-8A91-7018D0E391F3}" sibTransId="{20BC8706-D5BB-4CB8-B11B-0FBCC1DD5510}"/>
    <dgm:cxn modelId="{5EADB881-0353-450D-9674-94379D58514E}" type="presOf" srcId="{80E993EA-E112-4C13-841A-9F8B0B8CCD8B}" destId="{34ED8000-2F6A-45DF-9607-DB89D3619D75}" srcOrd="0" destOrd="0" presId="urn:microsoft.com/office/officeart/2018/2/layout/IconLabelList"/>
    <dgm:cxn modelId="{E7C5288D-E619-4A2D-B9FB-2843E5D99784}" srcId="{A66F6313-5EA2-492E-8E61-8691FCF9EF9A}" destId="{4C42D28F-EEFF-41C9-9DBA-6CD871BBACF2}" srcOrd="2" destOrd="0" parTransId="{56F2B204-1152-4795-95E3-7F7E75B5DDD1}" sibTransId="{A5AF3D1E-FE0C-4795-864D-E36858D83E41}"/>
    <dgm:cxn modelId="{726D7E9E-12C5-4FF9-80B0-325B46176501}" srcId="{A66F6313-5EA2-492E-8E61-8691FCF9EF9A}" destId="{329D24BD-6072-4F58-9F1E-AA32058A2A7A}" srcOrd="1" destOrd="0" parTransId="{7395F681-B9EC-4B9D-9119-D5488FC6B299}" sibTransId="{21F9AA3F-DFAE-497D-AE43-F24B116532E6}"/>
    <dgm:cxn modelId="{95907FA7-5AB6-4520-855A-623B42F70F50}" type="presOf" srcId="{4C42D28F-EEFF-41C9-9DBA-6CD871BBACF2}" destId="{04A31A68-D0E3-4C3B-9601-51B342591C2D}" srcOrd="0" destOrd="0" presId="urn:microsoft.com/office/officeart/2018/2/layout/IconLabelList"/>
    <dgm:cxn modelId="{DC44AAA7-6EE7-4F20-B8B6-1D49F07C14BE}" type="presOf" srcId="{E5F4F71D-EE72-401B-8426-071A30072844}" destId="{630AE6FF-6DB3-4C83-9038-6AABD6A01241}" srcOrd="0" destOrd="0" presId="urn:microsoft.com/office/officeart/2018/2/layout/IconLabelList"/>
    <dgm:cxn modelId="{8B1FD9EF-FDB0-409A-82A3-32B45C16FBF3}" type="presParOf" srcId="{CB069C9C-A14C-4B91-B0D2-36F6C4D615D8}" destId="{AA2A6B72-44A3-4DF6-95D0-541D6332C847}" srcOrd="0" destOrd="0" presId="urn:microsoft.com/office/officeart/2018/2/layout/IconLabelList"/>
    <dgm:cxn modelId="{18B0737A-D907-4B62-825B-C4C6BC23E35E}" type="presParOf" srcId="{AA2A6B72-44A3-4DF6-95D0-541D6332C847}" destId="{CC380B93-F070-4614-B9CA-8324DC8C1E0F}" srcOrd="0" destOrd="0" presId="urn:microsoft.com/office/officeart/2018/2/layout/IconLabelList"/>
    <dgm:cxn modelId="{3E38A606-382E-473A-BE50-399A4FBE999A}" type="presParOf" srcId="{AA2A6B72-44A3-4DF6-95D0-541D6332C847}" destId="{8D276029-C80A-40CD-B62A-2A164857697D}" srcOrd="1" destOrd="0" presId="urn:microsoft.com/office/officeart/2018/2/layout/IconLabelList"/>
    <dgm:cxn modelId="{532895FA-77FE-48DC-8DDD-04CE25B341B8}" type="presParOf" srcId="{AA2A6B72-44A3-4DF6-95D0-541D6332C847}" destId="{34ED8000-2F6A-45DF-9607-DB89D3619D75}" srcOrd="2" destOrd="0" presId="urn:microsoft.com/office/officeart/2018/2/layout/IconLabelList"/>
    <dgm:cxn modelId="{7D2A959A-007A-4043-AEB4-B9B237CCA80E}" type="presParOf" srcId="{CB069C9C-A14C-4B91-B0D2-36F6C4D615D8}" destId="{16FF12A3-1DB8-4000-9C12-279E7662D6A6}" srcOrd="1" destOrd="0" presId="urn:microsoft.com/office/officeart/2018/2/layout/IconLabelList"/>
    <dgm:cxn modelId="{D9E901FD-3FCD-44BE-AB73-27528F44CB0E}" type="presParOf" srcId="{CB069C9C-A14C-4B91-B0D2-36F6C4D615D8}" destId="{90C646C3-9C2B-4CBE-BA67-DB87F5BBD652}" srcOrd="2" destOrd="0" presId="urn:microsoft.com/office/officeart/2018/2/layout/IconLabelList"/>
    <dgm:cxn modelId="{3D04CCB2-8E1E-47ED-BF5A-F49CB0050823}" type="presParOf" srcId="{90C646C3-9C2B-4CBE-BA67-DB87F5BBD652}" destId="{CBC590DE-56DB-49AB-BFAD-26582010039C}" srcOrd="0" destOrd="0" presId="urn:microsoft.com/office/officeart/2018/2/layout/IconLabelList"/>
    <dgm:cxn modelId="{E9427E2E-00DD-4B85-A756-49F97037E19F}" type="presParOf" srcId="{90C646C3-9C2B-4CBE-BA67-DB87F5BBD652}" destId="{ED3D6455-306F-4A5A-BECB-214497FCB925}" srcOrd="1" destOrd="0" presId="urn:microsoft.com/office/officeart/2018/2/layout/IconLabelList"/>
    <dgm:cxn modelId="{5F5BF37E-9C4D-4FED-9792-94AC3A71F671}" type="presParOf" srcId="{90C646C3-9C2B-4CBE-BA67-DB87F5BBD652}" destId="{0DD8D6F5-D523-484D-8553-398FEB3D7617}" srcOrd="2" destOrd="0" presId="urn:microsoft.com/office/officeart/2018/2/layout/IconLabelList"/>
    <dgm:cxn modelId="{AA9F0547-B7B8-4F7C-9584-7FE00DC8BAC4}" type="presParOf" srcId="{CB069C9C-A14C-4B91-B0D2-36F6C4D615D8}" destId="{7FD1C0E9-C7C8-4857-ADAF-0D497B24C76E}" srcOrd="3" destOrd="0" presId="urn:microsoft.com/office/officeart/2018/2/layout/IconLabelList"/>
    <dgm:cxn modelId="{2E5B7066-BCF7-4B5F-A1EF-02C0D2A001D4}" type="presParOf" srcId="{CB069C9C-A14C-4B91-B0D2-36F6C4D615D8}" destId="{1F867BDF-1159-4B68-8A49-A0B5E4693CD6}" srcOrd="4" destOrd="0" presId="urn:microsoft.com/office/officeart/2018/2/layout/IconLabelList"/>
    <dgm:cxn modelId="{BA025FA0-15F3-438D-A15F-88E98E06DD99}" type="presParOf" srcId="{1F867BDF-1159-4B68-8A49-A0B5E4693CD6}" destId="{69FC8975-6D1F-4C07-8F40-6C55AD0F9884}" srcOrd="0" destOrd="0" presId="urn:microsoft.com/office/officeart/2018/2/layout/IconLabelList"/>
    <dgm:cxn modelId="{E1CEF3CB-27AB-4D7D-9FD6-EDCFB8878B28}" type="presParOf" srcId="{1F867BDF-1159-4B68-8A49-A0B5E4693CD6}" destId="{CD0516C5-F750-4DE8-BF0A-858D42893836}" srcOrd="1" destOrd="0" presId="urn:microsoft.com/office/officeart/2018/2/layout/IconLabelList"/>
    <dgm:cxn modelId="{6179D6A7-42FB-4BE3-9DB9-4D96DC7A5E33}" type="presParOf" srcId="{1F867BDF-1159-4B68-8A49-A0B5E4693CD6}" destId="{04A31A68-D0E3-4C3B-9601-51B342591C2D}" srcOrd="2" destOrd="0" presId="urn:microsoft.com/office/officeart/2018/2/layout/IconLabelList"/>
    <dgm:cxn modelId="{4F8EE3E5-2914-4446-997F-B160B8B7A5EA}" type="presParOf" srcId="{CB069C9C-A14C-4B91-B0D2-36F6C4D615D8}" destId="{B6E5C64A-1C5E-4254-86D6-1A4B2B6BFD56}" srcOrd="5" destOrd="0" presId="urn:microsoft.com/office/officeart/2018/2/layout/IconLabelList"/>
    <dgm:cxn modelId="{AC2D2666-2697-4A68-AC2D-DCF251731500}" type="presParOf" srcId="{CB069C9C-A14C-4B91-B0D2-36F6C4D615D8}" destId="{BDCCA1BC-CA0E-420F-96F0-3422DAC1CC68}" srcOrd="6" destOrd="0" presId="urn:microsoft.com/office/officeart/2018/2/layout/IconLabelList"/>
    <dgm:cxn modelId="{8AE802EE-474A-4589-96A4-5B221FB26A6E}" type="presParOf" srcId="{BDCCA1BC-CA0E-420F-96F0-3422DAC1CC68}" destId="{5839850C-49FE-4698-8523-A876173747E1}" srcOrd="0" destOrd="0" presId="urn:microsoft.com/office/officeart/2018/2/layout/IconLabelList"/>
    <dgm:cxn modelId="{94AE74A1-5D9B-4436-BBC7-D423429A4F6D}" type="presParOf" srcId="{BDCCA1BC-CA0E-420F-96F0-3422DAC1CC68}" destId="{82E1EBA4-AB16-4A5B-A534-D004C8FFF003}" srcOrd="1" destOrd="0" presId="urn:microsoft.com/office/officeart/2018/2/layout/IconLabelList"/>
    <dgm:cxn modelId="{E9E00484-FCDD-4F0A-9A7A-6E88DC2FDA36}" type="presParOf" srcId="{BDCCA1BC-CA0E-420F-96F0-3422DAC1CC68}" destId="{630AE6FF-6DB3-4C83-9038-6AABD6A0124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F21A4A4-A3EA-4CD6-9598-BA29A3B1EFC4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9EC1913-A60E-4D08-B241-94DCA96C63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ASP.NET MVC / ASP.NET Core MVC</a:t>
          </a:r>
        </a:p>
      </dgm:t>
    </dgm:pt>
    <dgm:pt modelId="{36A5B9F1-344E-49D9-A1D9-4DFF1B0326AC}" type="parTrans" cxnId="{751ED1CD-E281-4E6F-81B4-104861C24451}">
      <dgm:prSet/>
      <dgm:spPr/>
      <dgm:t>
        <a:bodyPr/>
        <a:lstStyle/>
        <a:p>
          <a:endParaRPr lang="en-US"/>
        </a:p>
      </dgm:t>
    </dgm:pt>
    <dgm:pt modelId="{B9CB666E-66F5-4900-BF0A-2A15B546A5EE}" type="sibTrans" cxnId="{751ED1CD-E281-4E6F-81B4-104861C2445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FE1F949-1083-4C47-B93D-6EC5F8E40A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Entity Framework</a:t>
          </a:r>
        </a:p>
      </dgm:t>
    </dgm:pt>
    <dgm:pt modelId="{C45E0D9B-970C-4F8B-942C-D2EBCA1C0890}" type="parTrans" cxnId="{2F1B3E5B-617A-48DB-8678-A50B7360133F}">
      <dgm:prSet/>
      <dgm:spPr/>
      <dgm:t>
        <a:bodyPr/>
        <a:lstStyle/>
        <a:p>
          <a:endParaRPr lang="en-US"/>
        </a:p>
      </dgm:t>
    </dgm:pt>
    <dgm:pt modelId="{4803DE2A-1C6F-40FD-BA48-8F97F265863D}" type="sibTrans" cxnId="{2F1B3E5B-617A-48DB-8678-A50B7360133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0229410-6B2D-499F-A961-26344FC94F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ASP.NET Identity</a:t>
          </a:r>
        </a:p>
      </dgm:t>
    </dgm:pt>
    <dgm:pt modelId="{8CCB12D5-111B-4744-89EC-0CEDD374F90C}" type="parTrans" cxnId="{B0E8C14D-EC09-4C97-9A4D-C50C0000C435}">
      <dgm:prSet/>
      <dgm:spPr/>
      <dgm:t>
        <a:bodyPr/>
        <a:lstStyle/>
        <a:p>
          <a:endParaRPr lang="en-US"/>
        </a:p>
      </dgm:t>
    </dgm:pt>
    <dgm:pt modelId="{D4D82017-03C0-4C46-8848-7F06B4F25E3A}" type="sibTrans" cxnId="{B0E8C14D-EC09-4C97-9A4D-C50C0000C43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83CEC39-8EE8-448E-94D1-D49EAFFA54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jQuery + JavaScript validation</a:t>
          </a:r>
        </a:p>
      </dgm:t>
    </dgm:pt>
    <dgm:pt modelId="{9C3C31CA-A157-4A2C-BC08-F0508014D951}" type="parTrans" cxnId="{4D9DEE69-3035-47B6-AF43-BA8DC39B4FC4}">
      <dgm:prSet/>
      <dgm:spPr/>
      <dgm:t>
        <a:bodyPr/>
        <a:lstStyle/>
        <a:p>
          <a:endParaRPr lang="en-US"/>
        </a:p>
      </dgm:t>
    </dgm:pt>
    <dgm:pt modelId="{8F0C07A8-C805-4515-9C2E-BA9FDE3C1DDF}" type="sibTrans" cxnId="{4D9DEE69-3035-47B6-AF43-BA8DC39B4FC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414CE28-E6D0-4893-86F9-4D0FA2D450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Workflow automation libraries</a:t>
          </a:r>
        </a:p>
      </dgm:t>
    </dgm:pt>
    <dgm:pt modelId="{44A8061A-DA06-46BF-9EE3-021F9F986ACB}" type="parTrans" cxnId="{8992D22D-41A0-4C01-8783-5D1AE8B2DADE}">
      <dgm:prSet/>
      <dgm:spPr/>
      <dgm:t>
        <a:bodyPr/>
        <a:lstStyle/>
        <a:p>
          <a:endParaRPr lang="en-US"/>
        </a:p>
      </dgm:t>
    </dgm:pt>
    <dgm:pt modelId="{4204763D-9FE5-4285-B65A-1007085CE660}" type="sibTrans" cxnId="{8992D22D-41A0-4C01-8783-5D1AE8B2DADE}">
      <dgm:prSet/>
      <dgm:spPr/>
      <dgm:t>
        <a:bodyPr/>
        <a:lstStyle/>
        <a:p>
          <a:endParaRPr lang="en-US"/>
        </a:p>
      </dgm:t>
    </dgm:pt>
    <dgm:pt modelId="{493398F2-76C8-4EFA-ABBE-E20831C984E7}" type="pres">
      <dgm:prSet presAssocID="{3F21A4A4-A3EA-4CD6-9598-BA29A3B1EFC4}" presName="root" presStyleCnt="0">
        <dgm:presLayoutVars>
          <dgm:dir/>
          <dgm:resizeHandles val="exact"/>
        </dgm:presLayoutVars>
      </dgm:prSet>
      <dgm:spPr/>
    </dgm:pt>
    <dgm:pt modelId="{FEB14939-7AFE-49D2-8DA7-48AE0FDB8A0F}" type="pres">
      <dgm:prSet presAssocID="{3F21A4A4-A3EA-4CD6-9598-BA29A3B1EFC4}" presName="container" presStyleCnt="0">
        <dgm:presLayoutVars>
          <dgm:dir/>
          <dgm:resizeHandles val="exact"/>
        </dgm:presLayoutVars>
      </dgm:prSet>
      <dgm:spPr/>
    </dgm:pt>
    <dgm:pt modelId="{7A594FFB-1B74-4F9C-8247-C749E642BFB6}" type="pres">
      <dgm:prSet presAssocID="{59EC1913-A60E-4D08-B241-94DCA96C6321}" presName="compNode" presStyleCnt="0"/>
      <dgm:spPr/>
    </dgm:pt>
    <dgm:pt modelId="{F9D70482-80E2-4ADF-8F3C-DBA66DDF7A4B}" type="pres">
      <dgm:prSet presAssocID="{59EC1913-A60E-4D08-B241-94DCA96C6321}" presName="iconBgRect" presStyleLbl="bgShp" presStyleIdx="0" presStyleCnt="5"/>
      <dgm:spPr/>
    </dgm:pt>
    <dgm:pt modelId="{CEB533EF-EC86-433C-A2C0-7718719F73E6}" type="pres">
      <dgm:prSet presAssocID="{59EC1913-A60E-4D08-B241-94DCA96C632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B6A3A591-419A-4BE1-A056-B64F5F9663A0}" type="pres">
      <dgm:prSet presAssocID="{59EC1913-A60E-4D08-B241-94DCA96C6321}" presName="spaceRect" presStyleCnt="0"/>
      <dgm:spPr/>
    </dgm:pt>
    <dgm:pt modelId="{3E3137F2-73DF-4FDD-9398-A97092FD01E6}" type="pres">
      <dgm:prSet presAssocID="{59EC1913-A60E-4D08-B241-94DCA96C6321}" presName="textRect" presStyleLbl="revTx" presStyleIdx="0" presStyleCnt="5">
        <dgm:presLayoutVars>
          <dgm:chMax val="1"/>
          <dgm:chPref val="1"/>
        </dgm:presLayoutVars>
      </dgm:prSet>
      <dgm:spPr/>
    </dgm:pt>
    <dgm:pt modelId="{EA56ABD7-1254-476C-B8A0-3CC2F4856105}" type="pres">
      <dgm:prSet presAssocID="{B9CB666E-66F5-4900-BF0A-2A15B546A5EE}" presName="sibTrans" presStyleLbl="sibTrans2D1" presStyleIdx="0" presStyleCnt="0"/>
      <dgm:spPr/>
    </dgm:pt>
    <dgm:pt modelId="{30FB4BFB-8FC6-4C3D-9579-1A156B760D1F}" type="pres">
      <dgm:prSet presAssocID="{CFE1F949-1083-4C47-B93D-6EC5F8E40AAB}" presName="compNode" presStyleCnt="0"/>
      <dgm:spPr/>
    </dgm:pt>
    <dgm:pt modelId="{3BDF0D7E-1409-4EE6-B3B8-26B4926EF430}" type="pres">
      <dgm:prSet presAssocID="{CFE1F949-1083-4C47-B93D-6EC5F8E40AAB}" presName="iconBgRect" presStyleLbl="bgShp" presStyleIdx="1" presStyleCnt="5"/>
      <dgm:spPr/>
    </dgm:pt>
    <dgm:pt modelId="{25960378-E8E0-45D9-A252-811BE824C5A9}" type="pres">
      <dgm:prSet presAssocID="{CFE1F949-1083-4C47-B93D-6EC5F8E40AA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1F0EDD5E-56D8-4EC3-8857-FC6B39F6565F}" type="pres">
      <dgm:prSet presAssocID="{CFE1F949-1083-4C47-B93D-6EC5F8E40AAB}" presName="spaceRect" presStyleCnt="0"/>
      <dgm:spPr/>
    </dgm:pt>
    <dgm:pt modelId="{24FF85EB-97C6-436A-83F0-2EBC0B4A3E7C}" type="pres">
      <dgm:prSet presAssocID="{CFE1F949-1083-4C47-B93D-6EC5F8E40AAB}" presName="textRect" presStyleLbl="revTx" presStyleIdx="1" presStyleCnt="5">
        <dgm:presLayoutVars>
          <dgm:chMax val="1"/>
          <dgm:chPref val="1"/>
        </dgm:presLayoutVars>
      </dgm:prSet>
      <dgm:spPr/>
    </dgm:pt>
    <dgm:pt modelId="{C1D0F210-4987-4231-9BEF-020C1FA5699B}" type="pres">
      <dgm:prSet presAssocID="{4803DE2A-1C6F-40FD-BA48-8F97F265863D}" presName="sibTrans" presStyleLbl="sibTrans2D1" presStyleIdx="0" presStyleCnt="0"/>
      <dgm:spPr/>
    </dgm:pt>
    <dgm:pt modelId="{281D032C-4F0D-4981-BC13-EE279024364A}" type="pres">
      <dgm:prSet presAssocID="{80229410-6B2D-499F-A961-26344FC94F87}" presName="compNode" presStyleCnt="0"/>
      <dgm:spPr/>
    </dgm:pt>
    <dgm:pt modelId="{6D9187A5-4092-4BC2-B3D0-48FD2778BE0F}" type="pres">
      <dgm:prSet presAssocID="{80229410-6B2D-499F-A961-26344FC94F87}" presName="iconBgRect" presStyleLbl="bgShp" presStyleIdx="2" presStyleCnt="5"/>
      <dgm:spPr/>
    </dgm:pt>
    <dgm:pt modelId="{FE019F30-1379-4867-AFC1-871C21FAC65F}" type="pres">
      <dgm:prSet presAssocID="{80229410-6B2D-499F-A961-26344FC94F8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8B69C58D-441E-4114-BC7C-52239877565D}" type="pres">
      <dgm:prSet presAssocID="{80229410-6B2D-499F-A961-26344FC94F87}" presName="spaceRect" presStyleCnt="0"/>
      <dgm:spPr/>
    </dgm:pt>
    <dgm:pt modelId="{6D7F113A-A73B-4CF3-AB52-CE5034F655FD}" type="pres">
      <dgm:prSet presAssocID="{80229410-6B2D-499F-A961-26344FC94F87}" presName="textRect" presStyleLbl="revTx" presStyleIdx="2" presStyleCnt="5">
        <dgm:presLayoutVars>
          <dgm:chMax val="1"/>
          <dgm:chPref val="1"/>
        </dgm:presLayoutVars>
      </dgm:prSet>
      <dgm:spPr/>
    </dgm:pt>
    <dgm:pt modelId="{B04BDC22-2608-4FB3-A757-E655239C7B0E}" type="pres">
      <dgm:prSet presAssocID="{D4D82017-03C0-4C46-8848-7F06B4F25E3A}" presName="sibTrans" presStyleLbl="sibTrans2D1" presStyleIdx="0" presStyleCnt="0"/>
      <dgm:spPr/>
    </dgm:pt>
    <dgm:pt modelId="{7D426804-205F-42BD-A8F0-13F12582D9E2}" type="pres">
      <dgm:prSet presAssocID="{B83CEC39-8EE8-448E-94D1-D49EAFFA5496}" presName="compNode" presStyleCnt="0"/>
      <dgm:spPr/>
    </dgm:pt>
    <dgm:pt modelId="{20826524-9CA2-4A1A-8041-3C4403451815}" type="pres">
      <dgm:prSet presAssocID="{B83CEC39-8EE8-448E-94D1-D49EAFFA5496}" presName="iconBgRect" presStyleLbl="bgShp" presStyleIdx="3" presStyleCnt="5"/>
      <dgm:spPr/>
    </dgm:pt>
    <dgm:pt modelId="{5B39E60A-E464-48A3-8584-FEF9942EB98E}" type="pres">
      <dgm:prSet presAssocID="{B83CEC39-8EE8-448E-94D1-D49EAFFA549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DDC3327D-FD14-41D3-9AC7-B66B6C24451C}" type="pres">
      <dgm:prSet presAssocID="{B83CEC39-8EE8-448E-94D1-D49EAFFA5496}" presName="spaceRect" presStyleCnt="0"/>
      <dgm:spPr/>
    </dgm:pt>
    <dgm:pt modelId="{4B61AE54-3E35-4DF3-B02E-F530E0714CAC}" type="pres">
      <dgm:prSet presAssocID="{B83CEC39-8EE8-448E-94D1-D49EAFFA5496}" presName="textRect" presStyleLbl="revTx" presStyleIdx="3" presStyleCnt="5">
        <dgm:presLayoutVars>
          <dgm:chMax val="1"/>
          <dgm:chPref val="1"/>
        </dgm:presLayoutVars>
      </dgm:prSet>
      <dgm:spPr/>
    </dgm:pt>
    <dgm:pt modelId="{C3818D79-8CF0-4C4A-8474-F3E7B7358704}" type="pres">
      <dgm:prSet presAssocID="{8F0C07A8-C805-4515-9C2E-BA9FDE3C1DDF}" presName="sibTrans" presStyleLbl="sibTrans2D1" presStyleIdx="0" presStyleCnt="0"/>
      <dgm:spPr/>
    </dgm:pt>
    <dgm:pt modelId="{C2CBBF89-3FF0-4699-B9DE-A1DFB92423ED}" type="pres">
      <dgm:prSet presAssocID="{3414CE28-E6D0-4893-86F9-4D0FA2D4509B}" presName="compNode" presStyleCnt="0"/>
      <dgm:spPr/>
    </dgm:pt>
    <dgm:pt modelId="{A1FDFB79-9347-4830-BD56-1A5650D20D25}" type="pres">
      <dgm:prSet presAssocID="{3414CE28-E6D0-4893-86F9-4D0FA2D4509B}" presName="iconBgRect" presStyleLbl="bgShp" presStyleIdx="4" presStyleCnt="5"/>
      <dgm:spPr/>
    </dgm:pt>
    <dgm:pt modelId="{CDF45819-C480-480D-BEFC-846DA8205516}" type="pres">
      <dgm:prSet presAssocID="{3414CE28-E6D0-4893-86F9-4D0FA2D4509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0486C81-1AF4-44F6-B375-1F3C97533072}" type="pres">
      <dgm:prSet presAssocID="{3414CE28-E6D0-4893-86F9-4D0FA2D4509B}" presName="spaceRect" presStyleCnt="0"/>
      <dgm:spPr/>
    </dgm:pt>
    <dgm:pt modelId="{55B8B6C1-82FC-4A0F-A031-C727A669ACA5}" type="pres">
      <dgm:prSet presAssocID="{3414CE28-E6D0-4893-86F9-4D0FA2D4509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14FC525-1219-49BA-8706-6F67AFA39455}" type="presOf" srcId="{B9CB666E-66F5-4900-BF0A-2A15B546A5EE}" destId="{EA56ABD7-1254-476C-B8A0-3CC2F4856105}" srcOrd="0" destOrd="0" presId="urn:microsoft.com/office/officeart/2018/2/layout/IconCircleList"/>
    <dgm:cxn modelId="{8992D22D-41A0-4C01-8783-5D1AE8B2DADE}" srcId="{3F21A4A4-A3EA-4CD6-9598-BA29A3B1EFC4}" destId="{3414CE28-E6D0-4893-86F9-4D0FA2D4509B}" srcOrd="4" destOrd="0" parTransId="{44A8061A-DA06-46BF-9EE3-021F9F986ACB}" sibTransId="{4204763D-9FE5-4285-B65A-1007085CE660}"/>
    <dgm:cxn modelId="{28232F31-90AF-40F4-B983-942280595511}" type="presOf" srcId="{80229410-6B2D-499F-A961-26344FC94F87}" destId="{6D7F113A-A73B-4CF3-AB52-CE5034F655FD}" srcOrd="0" destOrd="0" presId="urn:microsoft.com/office/officeart/2018/2/layout/IconCircleList"/>
    <dgm:cxn modelId="{1E288634-C6A7-4749-976B-CC09457AF016}" type="presOf" srcId="{4803DE2A-1C6F-40FD-BA48-8F97F265863D}" destId="{C1D0F210-4987-4231-9BEF-020C1FA5699B}" srcOrd="0" destOrd="0" presId="urn:microsoft.com/office/officeart/2018/2/layout/IconCircleList"/>
    <dgm:cxn modelId="{9DEE9D40-4FE8-4D51-8A1B-790100AA6022}" type="presOf" srcId="{B83CEC39-8EE8-448E-94D1-D49EAFFA5496}" destId="{4B61AE54-3E35-4DF3-B02E-F530E0714CAC}" srcOrd="0" destOrd="0" presId="urn:microsoft.com/office/officeart/2018/2/layout/IconCircleList"/>
    <dgm:cxn modelId="{2F1B3E5B-617A-48DB-8678-A50B7360133F}" srcId="{3F21A4A4-A3EA-4CD6-9598-BA29A3B1EFC4}" destId="{CFE1F949-1083-4C47-B93D-6EC5F8E40AAB}" srcOrd="1" destOrd="0" parTransId="{C45E0D9B-970C-4F8B-942C-D2EBCA1C0890}" sibTransId="{4803DE2A-1C6F-40FD-BA48-8F97F265863D}"/>
    <dgm:cxn modelId="{4D9DEE69-3035-47B6-AF43-BA8DC39B4FC4}" srcId="{3F21A4A4-A3EA-4CD6-9598-BA29A3B1EFC4}" destId="{B83CEC39-8EE8-448E-94D1-D49EAFFA5496}" srcOrd="3" destOrd="0" parTransId="{9C3C31CA-A157-4A2C-BC08-F0508014D951}" sibTransId="{8F0C07A8-C805-4515-9C2E-BA9FDE3C1DDF}"/>
    <dgm:cxn modelId="{B0E8C14D-EC09-4C97-9A4D-C50C0000C435}" srcId="{3F21A4A4-A3EA-4CD6-9598-BA29A3B1EFC4}" destId="{80229410-6B2D-499F-A961-26344FC94F87}" srcOrd="2" destOrd="0" parTransId="{8CCB12D5-111B-4744-89EC-0CEDD374F90C}" sibTransId="{D4D82017-03C0-4C46-8848-7F06B4F25E3A}"/>
    <dgm:cxn modelId="{58558A6E-E341-4BE1-BBA3-1AB8F5235AD6}" type="presOf" srcId="{3414CE28-E6D0-4893-86F9-4D0FA2D4509B}" destId="{55B8B6C1-82FC-4A0F-A031-C727A669ACA5}" srcOrd="0" destOrd="0" presId="urn:microsoft.com/office/officeart/2018/2/layout/IconCircleList"/>
    <dgm:cxn modelId="{417C3D50-8872-432D-92B1-3ADB88D4FBF7}" type="presOf" srcId="{59EC1913-A60E-4D08-B241-94DCA96C6321}" destId="{3E3137F2-73DF-4FDD-9398-A97092FD01E6}" srcOrd="0" destOrd="0" presId="urn:microsoft.com/office/officeart/2018/2/layout/IconCircleList"/>
    <dgm:cxn modelId="{D4FB9E74-8B61-4978-920F-CFBCB2BF1DDE}" type="presOf" srcId="{CFE1F949-1083-4C47-B93D-6EC5F8E40AAB}" destId="{24FF85EB-97C6-436A-83F0-2EBC0B4A3E7C}" srcOrd="0" destOrd="0" presId="urn:microsoft.com/office/officeart/2018/2/layout/IconCircleList"/>
    <dgm:cxn modelId="{74791D94-7FCB-44EE-8426-506797C1AF3F}" type="presOf" srcId="{8F0C07A8-C805-4515-9C2E-BA9FDE3C1DDF}" destId="{C3818D79-8CF0-4C4A-8474-F3E7B7358704}" srcOrd="0" destOrd="0" presId="urn:microsoft.com/office/officeart/2018/2/layout/IconCircleList"/>
    <dgm:cxn modelId="{D2FD079C-928A-4D80-979F-8FBF8D1AB23A}" type="presOf" srcId="{3F21A4A4-A3EA-4CD6-9598-BA29A3B1EFC4}" destId="{493398F2-76C8-4EFA-ABBE-E20831C984E7}" srcOrd="0" destOrd="0" presId="urn:microsoft.com/office/officeart/2018/2/layout/IconCircleList"/>
    <dgm:cxn modelId="{751ED1CD-E281-4E6F-81B4-104861C24451}" srcId="{3F21A4A4-A3EA-4CD6-9598-BA29A3B1EFC4}" destId="{59EC1913-A60E-4D08-B241-94DCA96C6321}" srcOrd="0" destOrd="0" parTransId="{36A5B9F1-344E-49D9-A1D9-4DFF1B0326AC}" sibTransId="{B9CB666E-66F5-4900-BF0A-2A15B546A5EE}"/>
    <dgm:cxn modelId="{40EEBAF4-5D2E-404C-BB85-D0908C9E9B6B}" type="presOf" srcId="{D4D82017-03C0-4C46-8848-7F06B4F25E3A}" destId="{B04BDC22-2608-4FB3-A757-E655239C7B0E}" srcOrd="0" destOrd="0" presId="urn:microsoft.com/office/officeart/2018/2/layout/IconCircleList"/>
    <dgm:cxn modelId="{A6C45CB7-030A-4A62-9DAF-156D50B83993}" type="presParOf" srcId="{493398F2-76C8-4EFA-ABBE-E20831C984E7}" destId="{FEB14939-7AFE-49D2-8DA7-48AE0FDB8A0F}" srcOrd="0" destOrd="0" presId="urn:microsoft.com/office/officeart/2018/2/layout/IconCircleList"/>
    <dgm:cxn modelId="{F900D7F3-FB6E-4D0D-BDFF-5D61004800C0}" type="presParOf" srcId="{FEB14939-7AFE-49D2-8DA7-48AE0FDB8A0F}" destId="{7A594FFB-1B74-4F9C-8247-C749E642BFB6}" srcOrd="0" destOrd="0" presId="urn:microsoft.com/office/officeart/2018/2/layout/IconCircleList"/>
    <dgm:cxn modelId="{C7A001CD-AF78-422E-A0E9-3B7F66FE09AA}" type="presParOf" srcId="{7A594FFB-1B74-4F9C-8247-C749E642BFB6}" destId="{F9D70482-80E2-4ADF-8F3C-DBA66DDF7A4B}" srcOrd="0" destOrd="0" presId="urn:microsoft.com/office/officeart/2018/2/layout/IconCircleList"/>
    <dgm:cxn modelId="{B87FCEBD-762A-4E7B-8C95-A3229D0DE413}" type="presParOf" srcId="{7A594FFB-1B74-4F9C-8247-C749E642BFB6}" destId="{CEB533EF-EC86-433C-A2C0-7718719F73E6}" srcOrd="1" destOrd="0" presId="urn:microsoft.com/office/officeart/2018/2/layout/IconCircleList"/>
    <dgm:cxn modelId="{C4F60980-A1CF-4EFD-A93B-A43A89D6ECD1}" type="presParOf" srcId="{7A594FFB-1B74-4F9C-8247-C749E642BFB6}" destId="{B6A3A591-419A-4BE1-A056-B64F5F9663A0}" srcOrd="2" destOrd="0" presId="urn:microsoft.com/office/officeart/2018/2/layout/IconCircleList"/>
    <dgm:cxn modelId="{BA0B865E-722D-4773-A298-4FA422C58B76}" type="presParOf" srcId="{7A594FFB-1B74-4F9C-8247-C749E642BFB6}" destId="{3E3137F2-73DF-4FDD-9398-A97092FD01E6}" srcOrd="3" destOrd="0" presId="urn:microsoft.com/office/officeart/2018/2/layout/IconCircleList"/>
    <dgm:cxn modelId="{B03B33CB-454E-410D-B1EC-7C2A4F01AF4D}" type="presParOf" srcId="{FEB14939-7AFE-49D2-8DA7-48AE0FDB8A0F}" destId="{EA56ABD7-1254-476C-B8A0-3CC2F4856105}" srcOrd="1" destOrd="0" presId="urn:microsoft.com/office/officeart/2018/2/layout/IconCircleList"/>
    <dgm:cxn modelId="{0B713460-2182-4AAA-A25A-DF47F591B1CD}" type="presParOf" srcId="{FEB14939-7AFE-49D2-8DA7-48AE0FDB8A0F}" destId="{30FB4BFB-8FC6-4C3D-9579-1A156B760D1F}" srcOrd="2" destOrd="0" presId="urn:microsoft.com/office/officeart/2018/2/layout/IconCircleList"/>
    <dgm:cxn modelId="{EAB8F8FD-A79E-44AD-ACB2-BD5E66188F20}" type="presParOf" srcId="{30FB4BFB-8FC6-4C3D-9579-1A156B760D1F}" destId="{3BDF0D7E-1409-4EE6-B3B8-26B4926EF430}" srcOrd="0" destOrd="0" presId="urn:microsoft.com/office/officeart/2018/2/layout/IconCircleList"/>
    <dgm:cxn modelId="{9A661BC4-D4CF-48C5-9B5F-C691399B8E32}" type="presParOf" srcId="{30FB4BFB-8FC6-4C3D-9579-1A156B760D1F}" destId="{25960378-E8E0-45D9-A252-811BE824C5A9}" srcOrd="1" destOrd="0" presId="urn:microsoft.com/office/officeart/2018/2/layout/IconCircleList"/>
    <dgm:cxn modelId="{71E43ECE-D3C3-4E83-B2A0-898EEDAED503}" type="presParOf" srcId="{30FB4BFB-8FC6-4C3D-9579-1A156B760D1F}" destId="{1F0EDD5E-56D8-4EC3-8857-FC6B39F6565F}" srcOrd="2" destOrd="0" presId="urn:microsoft.com/office/officeart/2018/2/layout/IconCircleList"/>
    <dgm:cxn modelId="{4D3075B2-6A85-48B1-8E11-8CE0FB5E0266}" type="presParOf" srcId="{30FB4BFB-8FC6-4C3D-9579-1A156B760D1F}" destId="{24FF85EB-97C6-436A-83F0-2EBC0B4A3E7C}" srcOrd="3" destOrd="0" presId="urn:microsoft.com/office/officeart/2018/2/layout/IconCircleList"/>
    <dgm:cxn modelId="{8438E722-1082-43D4-ACBF-0526CD01E1BD}" type="presParOf" srcId="{FEB14939-7AFE-49D2-8DA7-48AE0FDB8A0F}" destId="{C1D0F210-4987-4231-9BEF-020C1FA5699B}" srcOrd="3" destOrd="0" presId="urn:microsoft.com/office/officeart/2018/2/layout/IconCircleList"/>
    <dgm:cxn modelId="{99411FD4-641B-41AE-9BCB-D6CFE5C2D6A5}" type="presParOf" srcId="{FEB14939-7AFE-49D2-8DA7-48AE0FDB8A0F}" destId="{281D032C-4F0D-4981-BC13-EE279024364A}" srcOrd="4" destOrd="0" presId="urn:microsoft.com/office/officeart/2018/2/layout/IconCircleList"/>
    <dgm:cxn modelId="{F5E3CEEF-43E3-49B0-8DC7-7C7DE64AAD16}" type="presParOf" srcId="{281D032C-4F0D-4981-BC13-EE279024364A}" destId="{6D9187A5-4092-4BC2-B3D0-48FD2778BE0F}" srcOrd="0" destOrd="0" presId="urn:microsoft.com/office/officeart/2018/2/layout/IconCircleList"/>
    <dgm:cxn modelId="{264E786A-1404-4B0D-A9EF-682E0E768940}" type="presParOf" srcId="{281D032C-4F0D-4981-BC13-EE279024364A}" destId="{FE019F30-1379-4867-AFC1-871C21FAC65F}" srcOrd="1" destOrd="0" presId="urn:microsoft.com/office/officeart/2018/2/layout/IconCircleList"/>
    <dgm:cxn modelId="{A042ED39-E98D-4EEC-B36E-A308EA4641D0}" type="presParOf" srcId="{281D032C-4F0D-4981-BC13-EE279024364A}" destId="{8B69C58D-441E-4114-BC7C-52239877565D}" srcOrd="2" destOrd="0" presId="urn:microsoft.com/office/officeart/2018/2/layout/IconCircleList"/>
    <dgm:cxn modelId="{1F221508-BF7A-42F2-80C4-2A1A61B708B8}" type="presParOf" srcId="{281D032C-4F0D-4981-BC13-EE279024364A}" destId="{6D7F113A-A73B-4CF3-AB52-CE5034F655FD}" srcOrd="3" destOrd="0" presId="urn:microsoft.com/office/officeart/2018/2/layout/IconCircleList"/>
    <dgm:cxn modelId="{185D53CB-4FDA-48F9-959A-F8A05E98CF9C}" type="presParOf" srcId="{FEB14939-7AFE-49D2-8DA7-48AE0FDB8A0F}" destId="{B04BDC22-2608-4FB3-A757-E655239C7B0E}" srcOrd="5" destOrd="0" presId="urn:microsoft.com/office/officeart/2018/2/layout/IconCircleList"/>
    <dgm:cxn modelId="{EA9457A9-946D-4652-9D02-CF73946572E8}" type="presParOf" srcId="{FEB14939-7AFE-49D2-8DA7-48AE0FDB8A0F}" destId="{7D426804-205F-42BD-A8F0-13F12582D9E2}" srcOrd="6" destOrd="0" presId="urn:microsoft.com/office/officeart/2018/2/layout/IconCircleList"/>
    <dgm:cxn modelId="{8D8EE8DB-45FE-4CAB-B341-2E6655AD73C8}" type="presParOf" srcId="{7D426804-205F-42BD-A8F0-13F12582D9E2}" destId="{20826524-9CA2-4A1A-8041-3C4403451815}" srcOrd="0" destOrd="0" presId="urn:microsoft.com/office/officeart/2018/2/layout/IconCircleList"/>
    <dgm:cxn modelId="{D038087C-6656-4EAC-8703-4EDBBDDB9FBB}" type="presParOf" srcId="{7D426804-205F-42BD-A8F0-13F12582D9E2}" destId="{5B39E60A-E464-48A3-8584-FEF9942EB98E}" srcOrd="1" destOrd="0" presId="urn:microsoft.com/office/officeart/2018/2/layout/IconCircleList"/>
    <dgm:cxn modelId="{D9CF0509-831A-4013-9C44-ABCFB99F87B3}" type="presParOf" srcId="{7D426804-205F-42BD-A8F0-13F12582D9E2}" destId="{DDC3327D-FD14-41D3-9AC7-B66B6C24451C}" srcOrd="2" destOrd="0" presId="urn:microsoft.com/office/officeart/2018/2/layout/IconCircleList"/>
    <dgm:cxn modelId="{1FCFFD2F-B3C2-4F1F-A9E3-90FF6F05C942}" type="presParOf" srcId="{7D426804-205F-42BD-A8F0-13F12582D9E2}" destId="{4B61AE54-3E35-4DF3-B02E-F530E0714CAC}" srcOrd="3" destOrd="0" presId="urn:microsoft.com/office/officeart/2018/2/layout/IconCircleList"/>
    <dgm:cxn modelId="{3D04A372-C89A-4FE7-92A4-28A5BDBE7947}" type="presParOf" srcId="{FEB14939-7AFE-49D2-8DA7-48AE0FDB8A0F}" destId="{C3818D79-8CF0-4C4A-8474-F3E7B7358704}" srcOrd="7" destOrd="0" presId="urn:microsoft.com/office/officeart/2018/2/layout/IconCircleList"/>
    <dgm:cxn modelId="{529B92D4-3B4D-479A-8A4A-F8B07C200B07}" type="presParOf" srcId="{FEB14939-7AFE-49D2-8DA7-48AE0FDB8A0F}" destId="{C2CBBF89-3FF0-4699-B9DE-A1DFB92423ED}" srcOrd="8" destOrd="0" presId="urn:microsoft.com/office/officeart/2018/2/layout/IconCircleList"/>
    <dgm:cxn modelId="{A83897A3-9EA0-4573-8A17-0E8B319BAFF7}" type="presParOf" srcId="{C2CBBF89-3FF0-4699-B9DE-A1DFB92423ED}" destId="{A1FDFB79-9347-4830-BD56-1A5650D20D25}" srcOrd="0" destOrd="0" presId="urn:microsoft.com/office/officeart/2018/2/layout/IconCircleList"/>
    <dgm:cxn modelId="{8007F376-F10E-4299-AD21-D00D84716B44}" type="presParOf" srcId="{C2CBBF89-3FF0-4699-B9DE-A1DFB92423ED}" destId="{CDF45819-C480-480D-BEFC-846DA8205516}" srcOrd="1" destOrd="0" presId="urn:microsoft.com/office/officeart/2018/2/layout/IconCircleList"/>
    <dgm:cxn modelId="{4CA898B9-B779-4BC9-9564-6C71DCA6FD1E}" type="presParOf" srcId="{C2CBBF89-3FF0-4699-B9DE-A1DFB92423ED}" destId="{50486C81-1AF4-44F6-B375-1F3C97533072}" srcOrd="2" destOrd="0" presId="urn:microsoft.com/office/officeart/2018/2/layout/IconCircleList"/>
    <dgm:cxn modelId="{176D946E-4263-4C47-B517-811764981A5C}" type="presParOf" srcId="{C2CBBF89-3FF0-4699-B9DE-A1DFB92423ED}" destId="{55B8B6C1-82FC-4A0F-A031-C727A669ACA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59A718-5D5F-4F7B-B8D6-8D790D11AF65}">
      <dsp:nvSpPr>
        <dsp:cNvPr id="0" name=""/>
        <dsp:cNvSpPr/>
      </dsp:nvSpPr>
      <dsp:spPr>
        <a:xfrm>
          <a:off x="0" y="0"/>
          <a:ext cx="6898005" cy="10590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Enhanced Contract Monthly Claim System</a:t>
          </a:r>
        </a:p>
      </dsp:txBody>
      <dsp:txXfrm>
        <a:off x="31018" y="31018"/>
        <a:ext cx="5755240" cy="996982"/>
      </dsp:txXfrm>
    </dsp:sp>
    <dsp:sp modelId="{CD5C7A4E-4292-4F5F-86F3-C93B11F8FE80}">
      <dsp:nvSpPr>
        <dsp:cNvPr id="0" name=""/>
        <dsp:cNvSpPr/>
      </dsp:nvSpPr>
      <dsp:spPr>
        <a:xfrm>
          <a:off x="608647" y="1235521"/>
          <a:ext cx="6898005" cy="10590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Automation for Lecturer, Coordinator/Manager, and HR</a:t>
          </a:r>
        </a:p>
      </dsp:txBody>
      <dsp:txXfrm>
        <a:off x="639665" y="1266539"/>
        <a:ext cx="5538959" cy="996982"/>
      </dsp:txXfrm>
    </dsp:sp>
    <dsp:sp modelId="{0F9C0B8B-CC78-4951-8636-E7DF3B927DBE}">
      <dsp:nvSpPr>
        <dsp:cNvPr id="0" name=""/>
        <dsp:cNvSpPr/>
      </dsp:nvSpPr>
      <dsp:spPr>
        <a:xfrm>
          <a:off x="1217294" y="2471043"/>
          <a:ext cx="6898005" cy="10590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4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Built with ASP.NET MVC / ASP.NET Core MVC</a:t>
          </a:r>
        </a:p>
      </dsp:txBody>
      <dsp:txXfrm>
        <a:off x="1248312" y="2502061"/>
        <a:ext cx="5538959" cy="996982"/>
      </dsp:txXfrm>
    </dsp:sp>
    <dsp:sp modelId="{04270D00-90D8-47AF-B2FE-0F09D3F41468}">
      <dsp:nvSpPr>
        <dsp:cNvPr id="0" name=""/>
        <dsp:cNvSpPr/>
      </dsp:nvSpPr>
      <dsp:spPr>
        <a:xfrm>
          <a:off x="6209642" y="803089"/>
          <a:ext cx="688362" cy="68836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6364523" y="803089"/>
        <a:ext cx="378600" cy="517992"/>
      </dsp:txXfrm>
    </dsp:sp>
    <dsp:sp modelId="{16E869E0-C36C-4349-8A2C-EC007332466B}">
      <dsp:nvSpPr>
        <dsp:cNvPr id="0" name=""/>
        <dsp:cNvSpPr/>
      </dsp:nvSpPr>
      <dsp:spPr>
        <a:xfrm>
          <a:off x="6818290" y="2031550"/>
          <a:ext cx="688362" cy="688362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6973171" y="2031550"/>
        <a:ext cx="378600" cy="5179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380B93-F070-4614-B9CA-8324DC8C1E0F}">
      <dsp:nvSpPr>
        <dsp:cNvPr id="0" name=""/>
        <dsp:cNvSpPr/>
      </dsp:nvSpPr>
      <dsp:spPr>
        <a:xfrm>
          <a:off x="494124" y="868470"/>
          <a:ext cx="806835" cy="8068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ED8000-2F6A-45DF-9607-DB89D3619D75}">
      <dsp:nvSpPr>
        <dsp:cNvPr id="0" name=""/>
        <dsp:cNvSpPr/>
      </dsp:nvSpPr>
      <dsp:spPr>
        <a:xfrm>
          <a:off x="1058" y="1944404"/>
          <a:ext cx="1792968" cy="71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Automated verification workflow</a:t>
          </a:r>
        </a:p>
      </dsp:txBody>
      <dsp:txXfrm>
        <a:off x="1058" y="1944404"/>
        <a:ext cx="1792968" cy="717187"/>
      </dsp:txXfrm>
    </dsp:sp>
    <dsp:sp modelId="{CBC590DE-56DB-49AB-BFAD-26582010039C}">
      <dsp:nvSpPr>
        <dsp:cNvPr id="0" name=""/>
        <dsp:cNvSpPr/>
      </dsp:nvSpPr>
      <dsp:spPr>
        <a:xfrm>
          <a:off x="2600862" y="868470"/>
          <a:ext cx="806835" cy="8068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D8D6F5-D523-484D-8553-398FEB3D7617}">
      <dsp:nvSpPr>
        <dsp:cNvPr id="0" name=""/>
        <dsp:cNvSpPr/>
      </dsp:nvSpPr>
      <dsp:spPr>
        <a:xfrm>
          <a:off x="2107796" y="1944404"/>
          <a:ext cx="1792968" cy="71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Validates hours, rates, policy compliance</a:t>
          </a:r>
        </a:p>
      </dsp:txBody>
      <dsp:txXfrm>
        <a:off x="2107796" y="1944404"/>
        <a:ext cx="1792968" cy="717187"/>
      </dsp:txXfrm>
    </dsp:sp>
    <dsp:sp modelId="{69FC8975-6D1F-4C07-8F40-6C55AD0F9884}">
      <dsp:nvSpPr>
        <dsp:cNvPr id="0" name=""/>
        <dsp:cNvSpPr/>
      </dsp:nvSpPr>
      <dsp:spPr>
        <a:xfrm>
          <a:off x="4707601" y="868470"/>
          <a:ext cx="806835" cy="8068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A31A68-D0E3-4C3B-9601-51B342591C2D}">
      <dsp:nvSpPr>
        <dsp:cNvPr id="0" name=""/>
        <dsp:cNvSpPr/>
      </dsp:nvSpPr>
      <dsp:spPr>
        <a:xfrm>
          <a:off x="4214534" y="1944404"/>
          <a:ext cx="1792968" cy="71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Approval system using ASP.NET Identity</a:t>
          </a:r>
        </a:p>
      </dsp:txBody>
      <dsp:txXfrm>
        <a:off x="4214534" y="1944404"/>
        <a:ext cx="1792968" cy="717187"/>
      </dsp:txXfrm>
    </dsp:sp>
    <dsp:sp modelId="{5839850C-49FE-4698-8523-A876173747E1}">
      <dsp:nvSpPr>
        <dsp:cNvPr id="0" name=""/>
        <dsp:cNvSpPr/>
      </dsp:nvSpPr>
      <dsp:spPr>
        <a:xfrm>
          <a:off x="6814339" y="868470"/>
          <a:ext cx="806835" cy="80683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0AE6FF-6DB3-4C83-9038-6AABD6A01241}">
      <dsp:nvSpPr>
        <dsp:cNvPr id="0" name=""/>
        <dsp:cNvSpPr/>
      </dsp:nvSpPr>
      <dsp:spPr>
        <a:xfrm>
          <a:off x="6321273" y="1944404"/>
          <a:ext cx="1792968" cy="71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ASP.NET Web API for backend communication</a:t>
          </a:r>
        </a:p>
      </dsp:txBody>
      <dsp:txXfrm>
        <a:off x="6321273" y="1944404"/>
        <a:ext cx="1792968" cy="7171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D70482-80E2-4ADF-8F3C-DBA66DDF7A4B}">
      <dsp:nvSpPr>
        <dsp:cNvPr id="0" name=""/>
        <dsp:cNvSpPr/>
      </dsp:nvSpPr>
      <dsp:spPr>
        <a:xfrm>
          <a:off x="735860" y="55281"/>
          <a:ext cx="858343" cy="85834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B533EF-EC86-433C-A2C0-7718719F73E6}">
      <dsp:nvSpPr>
        <dsp:cNvPr id="0" name=""/>
        <dsp:cNvSpPr/>
      </dsp:nvSpPr>
      <dsp:spPr>
        <a:xfrm>
          <a:off x="916112" y="235533"/>
          <a:ext cx="497839" cy="4978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3137F2-73DF-4FDD-9398-A97092FD01E6}">
      <dsp:nvSpPr>
        <dsp:cNvPr id="0" name=""/>
        <dsp:cNvSpPr/>
      </dsp:nvSpPr>
      <dsp:spPr>
        <a:xfrm>
          <a:off x="1778134" y="55281"/>
          <a:ext cx="2023238" cy="858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ASP.NET MVC / ASP.NET Core MVC</a:t>
          </a:r>
        </a:p>
      </dsp:txBody>
      <dsp:txXfrm>
        <a:off x="1778134" y="55281"/>
        <a:ext cx="2023238" cy="858343"/>
      </dsp:txXfrm>
    </dsp:sp>
    <dsp:sp modelId="{3BDF0D7E-1409-4EE6-B3B8-26B4926EF430}">
      <dsp:nvSpPr>
        <dsp:cNvPr id="0" name=""/>
        <dsp:cNvSpPr/>
      </dsp:nvSpPr>
      <dsp:spPr>
        <a:xfrm>
          <a:off x="4153906" y="55281"/>
          <a:ext cx="858343" cy="85834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960378-E8E0-45D9-A252-811BE824C5A9}">
      <dsp:nvSpPr>
        <dsp:cNvPr id="0" name=""/>
        <dsp:cNvSpPr/>
      </dsp:nvSpPr>
      <dsp:spPr>
        <a:xfrm>
          <a:off x="4334159" y="235533"/>
          <a:ext cx="497839" cy="4978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FF85EB-97C6-436A-83F0-2EBC0B4A3E7C}">
      <dsp:nvSpPr>
        <dsp:cNvPr id="0" name=""/>
        <dsp:cNvSpPr/>
      </dsp:nvSpPr>
      <dsp:spPr>
        <a:xfrm>
          <a:off x="5196181" y="55281"/>
          <a:ext cx="2023238" cy="858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Entity Framework</a:t>
          </a:r>
        </a:p>
      </dsp:txBody>
      <dsp:txXfrm>
        <a:off x="5196181" y="55281"/>
        <a:ext cx="2023238" cy="858343"/>
      </dsp:txXfrm>
    </dsp:sp>
    <dsp:sp modelId="{6D9187A5-4092-4BC2-B3D0-48FD2778BE0F}">
      <dsp:nvSpPr>
        <dsp:cNvPr id="0" name=""/>
        <dsp:cNvSpPr/>
      </dsp:nvSpPr>
      <dsp:spPr>
        <a:xfrm>
          <a:off x="735860" y="1605368"/>
          <a:ext cx="858343" cy="85834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019F30-1379-4867-AFC1-871C21FAC65F}">
      <dsp:nvSpPr>
        <dsp:cNvPr id="0" name=""/>
        <dsp:cNvSpPr/>
      </dsp:nvSpPr>
      <dsp:spPr>
        <a:xfrm>
          <a:off x="916112" y="1785620"/>
          <a:ext cx="497839" cy="4978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7F113A-A73B-4CF3-AB52-CE5034F655FD}">
      <dsp:nvSpPr>
        <dsp:cNvPr id="0" name=""/>
        <dsp:cNvSpPr/>
      </dsp:nvSpPr>
      <dsp:spPr>
        <a:xfrm>
          <a:off x="1778134" y="1605368"/>
          <a:ext cx="2023238" cy="858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ASP.NET Identity</a:t>
          </a:r>
        </a:p>
      </dsp:txBody>
      <dsp:txXfrm>
        <a:off x="1778134" y="1605368"/>
        <a:ext cx="2023238" cy="858343"/>
      </dsp:txXfrm>
    </dsp:sp>
    <dsp:sp modelId="{20826524-9CA2-4A1A-8041-3C4403451815}">
      <dsp:nvSpPr>
        <dsp:cNvPr id="0" name=""/>
        <dsp:cNvSpPr/>
      </dsp:nvSpPr>
      <dsp:spPr>
        <a:xfrm>
          <a:off x="4153906" y="1605368"/>
          <a:ext cx="858343" cy="85834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39E60A-E464-48A3-8584-FEF9942EB98E}">
      <dsp:nvSpPr>
        <dsp:cNvPr id="0" name=""/>
        <dsp:cNvSpPr/>
      </dsp:nvSpPr>
      <dsp:spPr>
        <a:xfrm>
          <a:off x="4334159" y="1785620"/>
          <a:ext cx="497839" cy="4978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61AE54-3E35-4DF3-B02E-F530E0714CAC}">
      <dsp:nvSpPr>
        <dsp:cNvPr id="0" name=""/>
        <dsp:cNvSpPr/>
      </dsp:nvSpPr>
      <dsp:spPr>
        <a:xfrm>
          <a:off x="5196181" y="1605368"/>
          <a:ext cx="2023238" cy="858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jQuery + JavaScript validation</a:t>
          </a:r>
        </a:p>
      </dsp:txBody>
      <dsp:txXfrm>
        <a:off x="5196181" y="1605368"/>
        <a:ext cx="2023238" cy="858343"/>
      </dsp:txXfrm>
    </dsp:sp>
    <dsp:sp modelId="{A1FDFB79-9347-4830-BD56-1A5650D20D25}">
      <dsp:nvSpPr>
        <dsp:cNvPr id="0" name=""/>
        <dsp:cNvSpPr/>
      </dsp:nvSpPr>
      <dsp:spPr>
        <a:xfrm>
          <a:off x="735860" y="3155455"/>
          <a:ext cx="858343" cy="85834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F45819-C480-480D-BEFC-846DA8205516}">
      <dsp:nvSpPr>
        <dsp:cNvPr id="0" name=""/>
        <dsp:cNvSpPr/>
      </dsp:nvSpPr>
      <dsp:spPr>
        <a:xfrm>
          <a:off x="916112" y="3335707"/>
          <a:ext cx="497839" cy="49783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B8B6C1-82FC-4A0F-A031-C727A669ACA5}">
      <dsp:nvSpPr>
        <dsp:cNvPr id="0" name=""/>
        <dsp:cNvSpPr/>
      </dsp:nvSpPr>
      <dsp:spPr>
        <a:xfrm>
          <a:off x="1778134" y="3155455"/>
          <a:ext cx="2023238" cy="858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Workflow automation libraries</a:t>
          </a:r>
        </a:p>
      </dsp:txBody>
      <dsp:txXfrm>
        <a:off x="1778134" y="3155455"/>
        <a:ext cx="2023238" cy="8583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86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987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390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307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339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187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93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757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84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113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881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13325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661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0819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2982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908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028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7853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2E5D3E-BABB-D5A4-DA53-5BF086360F6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9094" r="8238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2237173"/>
            <a:ext cx="7086600" cy="2602062"/>
          </a:xfrm>
        </p:spPr>
        <p:txBody>
          <a:bodyPr>
            <a:normAutofit/>
          </a:bodyPr>
          <a:lstStyle/>
          <a:p>
            <a:r>
              <a:rPr dirty="0"/>
              <a:t>Contract Monthly Claim System (CMCS)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4842935"/>
            <a:ext cx="7086600" cy="685800"/>
          </a:xfrm>
        </p:spPr>
        <p:txBody>
          <a:bodyPr>
            <a:normAutofit/>
          </a:bodyPr>
          <a:lstStyle/>
          <a:p>
            <a:r>
              <a:t>POE - Automation of Web Application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</p:spPr>
        <p:txBody>
          <a:bodyPr>
            <a:normAutofit/>
          </a:bodyPr>
          <a:lstStyle/>
          <a:p>
            <a:r>
              <a:t>Overview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823BE3D-49E1-9FC4-6951-BE23448FA4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5239917"/>
              </p:ext>
            </p:extLst>
          </p:nvPr>
        </p:nvGraphicFramePr>
        <p:xfrm>
          <a:off x="514350" y="2441051"/>
          <a:ext cx="81153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EA5387D-64D8-4D6C-B109-FF4E81DF6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5EC5C06C-9840-7D58-4728-AAB7823F151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rcRect l="11000" r="-1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</p:spPr>
        <p:txBody>
          <a:bodyPr>
            <a:normAutofit/>
          </a:bodyPr>
          <a:lstStyle/>
          <a:p>
            <a:r>
              <a:t>Lecturer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2194560"/>
            <a:ext cx="8115300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Automated claim submission form</a:t>
            </a:r>
          </a:p>
          <a:p>
            <a:pPr marL="0" indent="0">
              <a:buNone/>
            </a:pPr>
            <a:r>
              <a:rPr dirty="0"/>
              <a:t>• Auto-calculation of payment: hours × rate</a:t>
            </a:r>
          </a:p>
          <a:p>
            <a:pPr marL="0" indent="0">
              <a:buNone/>
            </a:pPr>
            <a:r>
              <a:rPr dirty="0"/>
              <a:t>• Client-side validation with jQuery</a:t>
            </a:r>
          </a:p>
          <a:p>
            <a:pPr marL="0" indent="0">
              <a:buNone/>
            </a:pPr>
            <a:r>
              <a:rPr dirty="0"/>
              <a:t>• Entity Framework for storing claim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B40B49E-0AAE-4F83-8B0A-EB7C41036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11">
            <a:extLst>
              <a:ext uri="{FF2B5EF4-FFF2-40B4-BE49-F238E27FC236}">
                <a16:creationId xmlns:a16="http://schemas.microsoft.com/office/drawing/2014/main" id="{52009DA8-640E-4004-AA63-72884752D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552" y="643464"/>
            <a:ext cx="8178896" cy="5571072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48857E-0990-9804-A1A7-B1A1D8FA8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53" y="1028400"/>
            <a:ext cx="7838694" cy="4801200"/>
          </a:xfrm>
          <a:prstGeom prst="rect">
            <a:avLst/>
          </a:prstGeom>
          <a:ln w="31750" cap="sq">
            <a:noFill/>
            <a:miter lim="800000"/>
          </a:ln>
        </p:spPr>
      </p:pic>
    </p:spTree>
    <p:extLst>
      <p:ext uri="{BB962C8B-B14F-4D97-AF65-F5344CB8AC3E}">
        <p14:creationId xmlns:p14="http://schemas.microsoft.com/office/powerpoint/2010/main" val="3224520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</p:spPr>
        <p:txBody>
          <a:bodyPr>
            <a:normAutofit/>
          </a:bodyPr>
          <a:lstStyle/>
          <a:p>
            <a:r>
              <a:t>Coordinator &amp; Manager Automation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13364B-58A8-D1A0-C45B-EDE9E872D7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2551196"/>
              </p:ext>
            </p:extLst>
          </p:nvPr>
        </p:nvGraphicFramePr>
        <p:xfrm>
          <a:off x="514350" y="2441051"/>
          <a:ext cx="81153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EA5387D-64D8-4D6C-B109-FF4E81DF6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000C4367-D032-3547-97CA-5570B34DEE6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</p:spPr>
        <p:txBody>
          <a:bodyPr>
            <a:normAutofit/>
          </a:bodyPr>
          <a:lstStyle/>
          <a:p>
            <a:r>
              <a:t>HR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2194560"/>
            <a:ext cx="8115300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Automatic generation of invoices and payment reports</a:t>
            </a:r>
          </a:p>
          <a:p>
            <a:pPr marL="0" indent="0">
              <a:buNone/>
            </a:pPr>
            <a:r>
              <a:rPr dirty="0"/>
              <a:t>• Lecturer data management features</a:t>
            </a:r>
          </a:p>
          <a:p>
            <a:pPr marL="0" indent="0">
              <a:buNone/>
            </a:pPr>
            <a:r>
              <a:rPr dirty="0"/>
              <a:t>• Reporting via SSRS / Crystal Reports / LINQ</a:t>
            </a:r>
          </a:p>
          <a:p>
            <a:pPr marL="0" indent="0">
              <a:buNone/>
            </a:pPr>
            <a:r>
              <a:rPr dirty="0"/>
              <a:t>• Razor Pages / Web Forms for UI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1D3572-5834-CB5E-9575-9656ECA9754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94360" y="2194560"/>
          <a:ext cx="7955280" cy="4069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77785-87DB-6E48-8375-A769759EB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6DC4BF-2690-A963-F7EA-4C843335CA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7102" y="2766808"/>
            <a:ext cx="4629796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645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Faster claim processing</a:t>
            </a:r>
          </a:p>
          <a:p>
            <a:pPr marL="0" indent="0">
              <a:buNone/>
            </a:pPr>
            <a:r>
              <a:rPr dirty="0"/>
              <a:t>• Automated verification reduces errors</a:t>
            </a:r>
          </a:p>
          <a:p>
            <a:pPr marL="0" indent="0">
              <a:buNone/>
            </a:pPr>
            <a:r>
              <a:rPr dirty="0"/>
              <a:t>• Seamless approval workflow</a:t>
            </a:r>
          </a:p>
          <a:p>
            <a:pPr marL="0" indent="0">
              <a:buNone/>
            </a:pPr>
            <a:r>
              <a:rPr dirty="0"/>
              <a:t>• Accurate reporting for HR and Finance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169</TotalTime>
  <Words>187</Words>
  <Application>Microsoft Office PowerPoint</Application>
  <PresentationFormat>On-screen Show (4:3)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Century Gothic</vt:lpstr>
      <vt:lpstr>Vapor Trail</vt:lpstr>
      <vt:lpstr>Contract Monthly Claim System (CMCS)</vt:lpstr>
      <vt:lpstr>Overview</vt:lpstr>
      <vt:lpstr>Lecturer Automation</vt:lpstr>
      <vt:lpstr>PowerPoint Presentation</vt:lpstr>
      <vt:lpstr>Coordinator &amp; Manager Automation</vt:lpstr>
      <vt:lpstr>HR Automation</vt:lpstr>
      <vt:lpstr>Technologies Used</vt:lpstr>
      <vt:lpstr>PowerPoint Presentation</vt:lpstr>
      <vt:lpstr>Benefits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Fortunate Ngcebo Lukhele</cp:lastModifiedBy>
  <cp:revision>2</cp:revision>
  <dcterms:created xsi:type="dcterms:W3CDTF">2013-01-27T09:14:16Z</dcterms:created>
  <dcterms:modified xsi:type="dcterms:W3CDTF">2025-11-21T11:46:11Z</dcterms:modified>
  <cp:category/>
</cp:coreProperties>
</file>